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Dark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PDF to PowerPoint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Professional PowerPoint Template</a:t>
            </a:r>
          </a:p>
          <a:p>
            <a:pPr/>
            <a:r>
              <a:rPr sz="2400"/>
              <a:t>• Ready for Streamlit App</a:t>
            </a:r>
          </a:p>
          <a:p>
            <a:pPr/>
            <a:r>
              <a:rPr sz="2400"/>
              <a:t>• Supports Arabic &amp;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